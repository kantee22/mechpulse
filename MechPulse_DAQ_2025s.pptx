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280160"/>
            <a:ext cx="3657600" cy="365760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640080"/>
            <a:ext cx="2377440" cy="237744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7498080" y="292608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4048" y="1005840"/>
            <a:ext cx="16459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0058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DAQ 2025s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MechPulse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Machine Health Monitor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4114800" cy="36576"/>
          </a:xfrm>
          <a:prstGeom prst="rect">
            <a:avLst/>
          </a:prstGeom>
          <a:solidFill>
            <a:srgbClr val="0096C7">
              <a:alpha val="60000"/>
            </a:srgbClr>
          </a:solidFill>
          <a:ln w="12700">
            <a:solidFill>
              <a:srgbClr val="0096C7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154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: GK Fastfood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Kawin KAEWPARADAI  ·  Kantee LAIBUDDEE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26864"/>
            <a:ext cx="411480" cy="41148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626864"/>
            <a:ext cx="411480" cy="411480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626864"/>
            <a:ext cx="411480" cy="41148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4626864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651760" y="46177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KY-002  ·  KY-028  ·  KY-037  ·  KY-031  →  ESP32  →  MQTT  →  Node-RED  →  MySQL  →  FastAPI  →  React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Overview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machinery (motors, fans) fails without warning.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downtime causes costly damage and production loss.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slow and misses early-stage faults.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signal is sufficient — combined sensing gives higher accuracy.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MechPulse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KY sensors on ESP32 sample every ~5 seconds.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routes data via MQTT into a shared MySQL DB.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computes a 0–100 Health Score and z-score anomalies.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gives real-time visibility: time-series, heatmap, alerts, daily reports.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MechPulse  ·  Team 22 : GK Fastfood  ·  DAQ 2025s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Overall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1060704" cy="18288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192024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92608" y="224028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KY-002/028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037/031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56032" y="3227832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316736" y="2240280"/>
            <a:ext cx="201168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81328" y="2167128"/>
            <a:ext cx="36576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1325880"/>
            <a:ext cx="1060704" cy="1828800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146304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17904" y="192024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MCU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554480" y="224028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 cycle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517904" y="3227832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578608" y="2240280"/>
            <a:ext cx="201168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0" y="2167128"/>
            <a:ext cx="36576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779776" y="1325880"/>
            <a:ext cx="106070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146304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779776" y="192024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MQTTX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816352" y="224028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779776" y="3227832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3840480" y="2240280"/>
            <a:ext cx="201168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005072" y="2167128"/>
            <a:ext cx="36576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041648" y="1325880"/>
            <a:ext cx="1060704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463040"/>
            <a:ext cx="384048" cy="38404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041648" y="192024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078224" y="224028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4041648" y="3227832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5102352" y="2240280"/>
            <a:ext cx="201168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266944" y="2167128"/>
            <a:ext cx="36576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303520" y="1325880"/>
            <a:ext cx="1060704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1848" y="1463040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03520" y="192024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5340096" y="224028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iot.cpe.ku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5303520" y="3227832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6364224" y="2240280"/>
            <a:ext cx="201168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528816" y="2167128"/>
            <a:ext cx="36576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565392" y="1325880"/>
            <a:ext cx="1060704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463040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565392" y="192024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601968" y="224028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6565392" y="3227832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7626096" y="2240280"/>
            <a:ext cx="201168" cy="0"/>
          </a:xfrm>
          <a:prstGeom prst="line">
            <a:avLst/>
          </a:prstGeom>
          <a:noFill/>
          <a:ln w="22860">
            <a:solidFill>
              <a:srgbClr val="00B4D8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7790688" y="2167128"/>
            <a:ext cx="36576" cy="1463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7827264" y="1325880"/>
            <a:ext cx="1060704" cy="18288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5592" y="1463040"/>
            <a:ext cx="384048" cy="38404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7827264" y="1920240"/>
            <a:ext cx="1060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50" name="Text 41"/>
          <p:cNvSpPr/>
          <p:nvPr/>
        </p:nvSpPr>
        <p:spPr>
          <a:xfrm>
            <a:off x="7863840" y="2240280"/>
            <a:ext cx="987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7827264" y="3227832"/>
            <a:ext cx="10607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BD5E1"/>
                </a:solidFill>
              </a:rPr>
              <a:t>Each layer has a single responsibility — any component can be swapped independently.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MechPulse  ·  Team 22 : GK Fastfood  ·  DAQ 2025s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Primary Data Source — KY Sensor Suite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114800" cy="3291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978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KY-002  ·  Vibration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362456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vibration amplitude. Measures intensity &amp; frequency patterns of rotating parts.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60120"/>
            <a:ext cx="411480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6304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978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KY-028  ·  Temperature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03520" y="1362456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surface temperature. Detects overheating above reference threshold (45 °C).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0040" y="27432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743200"/>
            <a:ext cx="41148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4612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148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KY-037  ·  Sound Level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3145536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sound level. Captures grinding, rattling and abnormal acoustic signatures.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27432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743200"/>
            <a:ext cx="411480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24612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0060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KY-031  ·  Knock/Impact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03520" y="3145536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tap detection. Flags sudden mechanical shocks or irregular impacts.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" y="4370832"/>
            <a:ext cx="8503920" cy="347472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11480" y="437083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Method:  ESP32 reads all 4 sensors on a fixed ~5 s cadence → assembles JSON payload → publishes to MQTT topic  mechpulse/&lt;machine_id&gt;/reading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MechPulse  ·  Team 22 : GK Fastfood  ·  DAQ 2025s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Secondary Data 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840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Manufacturer Specifications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operating values stored as REF_* environment variables: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3657600" cy="2560320"/>
        </p:xfrm>
        <a:graphic>
          <a:graphicData uri="http://schemas.openxmlformats.org/drawingml/2006/table">
            <a:tbl>
              <a:tblPr/>
              <a:tblGrid>
                <a:gridCol w="1417320"/>
                <a:gridCol w="640080"/>
                <a:gridCol w="16002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REF_TEMP_C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normal temp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REF_VIB_COUNT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vibration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REF_SOUND_AVG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sound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REF_SOUND_VAR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sound 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937760" y="1005840"/>
            <a:ext cx="38404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Historical Baseline Phase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74920" y="146304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 rows where phase = "baseline" define calibration statistics: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(μ) and Standard Deviation (σ)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the /api/analytics/anomalies endpoint to compute per-column z-scores.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formula: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μ) / σ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levels: info → warning → critical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severity upgraded when ≥ 2 sensors fire at the same timestamp.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MechPulse  ·  Team 22 : GK Fastfood  ·  DAQ 2025s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Database Schema — sensor_data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926080" cy="1371600"/>
          </a:xfrm>
          <a:prstGeom prst="rect">
            <a:avLst/>
          </a:prstGeom>
          <a:solidFill>
            <a:srgbClr val="132035"/>
          </a:solidFill>
          <a:ln w="1016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2412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iot.cpe.ku.ac.th/pma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sensor_data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idx_sensor_ts (timestamp)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31720"/>
          <a:ext cx="8503920" cy="2377440"/>
        </p:xfrm>
        <a:graphic>
          <a:graphicData uri="http://schemas.openxmlformats.org/drawingml/2006/table">
            <a:tbl>
              <a:tblPr/>
              <a:tblGrid>
                <a:gridCol w="1691640"/>
                <a:gridCol w="1828800"/>
                <a:gridCol w="49834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AUTO_INCREMENT PK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row identifier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 NOT 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 — time of reading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/ warmup / running / cooldown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Monotonic counter within 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vib_count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Vibration event count (KY-002)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knock_count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Knock/impact count (KY-031)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sound_avg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sound level (KY-037)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sound_var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 variance (KY-037)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temperature_c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0F6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temperature °C (KY-028)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MechPulse  ·  Team 22 : GK Fastfood  ·  DAQ 2025s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 Data Sharing API — FastAPI + Node-RED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  (OpenAPI docs at /docs)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25296"/>
          <a:ext cx="8503920" cy="3154680"/>
        </p:xfrm>
        <a:graphic>
          <a:graphicData uri="http://schemas.openxmlformats.org/drawingml/2006/table">
            <a:tbl>
              <a:tblPr/>
              <a:tblGrid>
                <a:gridCol w="777240"/>
                <a:gridCol w="2423160"/>
                <a:gridCol w="5303520"/>
              </a:tblGrid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 + DB connection check + row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/api/schema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in the sensor_data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/api/sensors/latest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recent N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/api/sensors/timeseries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Single-metric time-series (phase filter)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/api/sensors/ingest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 new row (MQTT bridge / testing)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/api/analytics/stats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/ mean / std / quantiles per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/api/analytics/correlation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/ Spearman / Kendall matrix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/api/analytics/health-score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0–100 health score + components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/api/analytics/anomalies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anomalies: info / warning / 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7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/api/analytics/daily-summary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vib, avg sound, impact count per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462272"/>
            <a:ext cx="8503920" cy="27432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4622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also exposes HTTP JSON endpoints: GET /api/sensor  and  GET /api/weather  (both with optional ?limit=N)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MechPulse  ·  Team 22 : GK Fastfood  ·  DAQ 2025s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 Data Visualization — React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1993392" cy="3703320"/>
          </a:xfrm>
          <a:prstGeom prst="rect">
            <a:avLst/>
          </a:prstGeom>
          <a:solidFill>
            <a:srgbClr val="132035"/>
          </a:solidFill>
          <a:ln w="15240">
            <a:solidFill>
              <a:srgbClr val="0096C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1993392" cy="502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9692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1005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554480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554480"/>
            <a:ext cx="73152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" y="1572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health score (0-100)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267712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267712"/>
            <a:ext cx="73152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time-series charts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980944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980944"/>
            <a:ext cx="73152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2999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 panel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3694176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3694176"/>
            <a:ext cx="73152" cy="5943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" y="371246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sensor stats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432304" y="914400"/>
            <a:ext cx="1993392" cy="3703320"/>
          </a:xfrm>
          <a:prstGeom prst="rect">
            <a:avLst/>
          </a:prstGeom>
          <a:solidFill>
            <a:srgbClr val="132035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432304" y="914400"/>
            <a:ext cx="199339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969264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962656" y="1005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2542032" y="1554480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542032" y="1554480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660904" y="1572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Pearson/Spearman/Kendall heatmap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542032" y="2267712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542032" y="2267712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660904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table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542032" y="2980944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2542032" y="2980944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2660904" y="2999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correlation explorer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2542032" y="3694176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542032" y="3694176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2660904" y="371246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phase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608576" y="914400"/>
            <a:ext cx="1993392" cy="3703320"/>
          </a:xfrm>
          <a:prstGeom prst="rect">
            <a:avLst/>
          </a:prstGeom>
          <a:solidFill>
            <a:srgbClr val="132035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608576" y="914400"/>
            <a:ext cx="1993392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969264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138928" y="1005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4718304" y="1554480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718304" y="1554480"/>
            <a:ext cx="7315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837176" y="1572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SVG pipeline diagram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4718304" y="2267712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718304" y="2267712"/>
            <a:ext cx="7315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837176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descriptions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4718304" y="2980944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4718304" y="2980944"/>
            <a:ext cx="7315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837176" y="2999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responsibilities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4718304" y="3694176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4718304" y="3694176"/>
            <a:ext cx="73152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4837176" y="371246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documentation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6784848" y="914400"/>
            <a:ext cx="1993392" cy="3703320"/>
          </a:xfrm>
          <a:prstGeom prst="rect">
            <a:avLst/>
          </a:prstGeom>
          <a:solidFill>
            <a:srgbClr val="13203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6784848" y="914400"/>
            <a:ext cx="199339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88" y="969264"/>
            <a:ext cx="365760" cy="365760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7315200" y="1005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57" name="Shape 51"/>
          <p:cNvSpPr/>
          <p:nvPr/>
        </p:nvSpPr>
        <p:spPr>
          <a:xfrm>
            <a:off x="6894576" y="1554480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6894576" y="1554480"/>
            <a:ext cx="73152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7013448" y="157276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 table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6894576" y="2267712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61" name="Shape 55"/>
          <p:cNvSpPr/>
          <p:nvPr/>
        </p:nvSpPr>
        <p:spPr>
          <a:xfrm>
            <a:off x="6894576" y="2267712"/>
            <a:ext cx="73152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7013448" y="2286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vibration per day</a:t>
            </a:r>
            <a:endParaRPr lang="en-US" sz="950" dirty="0"/>
          </a:p>
        </p:txBody>
      </p:sp>
      <p:sp>
        <p:nvSpPr>
          <p:cNvPr id="63" name="Shape 57"/>
          <p:cNvSpPr/>
          <p:nvPr/>
        </p:nvSpPr>
        <p:spPr>
          <a:xfrm>
            <a:off x="6894576" y="2980944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6894576" y="2980944"/>
            <a:ext cx="73152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7013448" y="2999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log (info/warn/crit)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6894576" y="3694176"/>
            <a:ext cx="1783080" cy="594360"/>
          </a:xfrm>
          <a:prstGeom prst="rect">
            <a:avLst/>
          </a:prstGeom>
          <a:solidFill>
            <a:srgbClr val="1E2D40"/>
          </a:solidFill>
          <a:ln w="6350">
            <a:solidFill>
              <a:srgbClr val="2A3F55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6894576" y="3694176"/>
            <a:ext cx="73152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7013448" y="371246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sound trends</a:t>
            </a:r>
            <a:endParaRPr lang="en-US" sz="950" dirty="0"/>
          </a:p>
        </p:txBody>
      </p:sp>
      <p:sp>
        <p:nvSpPr>
          <p:cNvPr id="69" name="Shape 6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70" name="Text 6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Stack: React + Vite + Tailwind CSS + Recharts + React Router  ·  API polling every 10 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  Demonstration of 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0972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98755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Health Score (0–100)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132588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from 4 weighted penalties: vibration excess, knock excess, sound deviation, temperature breach.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100 = perfectly healthy. Drops when any metric exceeds its REF_* reference threshold.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105156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0040" y="2148840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148840"/>
            <a:ext cx="10972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284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217627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Anomaly Detection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05840" y="251460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Per-column z-scores vs baseline (mean + std). Severity: Info (z&gt;2), Warning (z&gt;3), Critical (z&gt;4).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Cross-sensor validation: severity upgraded when ≥2 sensors fire at the same timestamp — reduces false positives.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01000" y="2176272"/>
            <a:ext cx="685800" cy="2560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01000" y="21762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Info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001000" y="2478024"/>
            <a:ext cx="6858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01000" y="24780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Warn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001000" y="2779776"/>
            <a:ext cx="6858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001000" y="27797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Crit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0040" y="3337560"/>
            <a:ext cx="85039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20040" y="3337560"/>
            <a:ext cx="10972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01568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05840" y="336499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— 3 Methods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005840" y="37033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Pearson, Spearman, and Kendall correlation matrices computed on demand.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columns are auto-ignored. Renders as an interactive color heatmap in the Analytics page.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MechPulse  ·  Team 22 : GK Fastfood  ·  DAQ 2025s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560320" cy="25603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7406640" y="45720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MechPulse — Multi-Sensor Machine Health Monitor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3657600" cy="36576"/>
          </a:xfrm>
          <a:prstGeom prst="rect">
            <a:avLst/>
          </a:prstGeom>
          <a:solidFill>
            <a:srgbClr val="0096C7">
              <a:alpha val="60000"/>
            </a:srgbClr>
          </a:solidFill>
          <a:ln w="12700">
            <a:solidFill>
              <a:srgbClr val="0096C7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60604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KY sensors  ·  ESP32  ·  MQTT  ·  Node-RED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(iot.cpe.ku.ac.th)  ·  FastAPI  ·  React + Recharts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 ·  Z-Score Anomalies  ·  Correlation Matrix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Code: GitHub  (Tag: v1.0)  ·  DB: sensor_data table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22 : GK Fastfood  |  Kawin KAEWPARADAI  ·  Kantee LAIBUDDEE  |  DAQ 2025s — Due April 21,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MechPulse - DAQ 2025s</dc:title>
  <dc:subject>PptxGenJS Presentation</dc:subject>
  <dc:creator>Team 22 - GK Fastfood</dc:creator>
  <cp:lastModifiedBy>Team 22 - GK Fastfood</cp:lastModifiedBy>
  <cp:revision>1</cp:revision>
  <dcterms:created xsi:type="dcterms:W3CDTF">2026-04-21T12:08:48Z</dcterms:created>
  <dcterms:modified xsi:type="dcterms:W3CDTF">2026-04-21T12:08:48Z</dcterms:modified>
</cp:coreProperties>
</file>